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1"/>
  </p:sldMasterIdLst>
  <p:notesMasterIdLst>
    <p:notesMasterId r:id="rId3"/>
  </p:notesMasterIdLst>
  <p:handoutMasterIdLst>
    <p:handoutMasterId r:id="rId4"/>
  </p:handoutMasterIdLst>
  <p:sldIdLst>
    <p:sldId id="257" r:id="rId2"/>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1515FF"/>
    <a:srgbClr val="FF00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31" autoAdjust="0"/>
    <p:restoredTop sz="94660"/>
  </p:normalViewPr>
  <p:slideViewPr>
    <p:cSldViewPr>
      <p:cViewPr varScale="1">
        <p:scale>
          <a:sx n="104" d="100"/>
          <a:sy n="104" d="100"/>
        </p:scale>
        <p:origin x="1508" y="1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184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291843" name="Rectangle 3"/>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291844" name="Rectangle 4"/>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291845" name="Rectangle 5"/>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4AF4B59C-35AE-489C-8918-19EBCC975121}" type="slidenum">
              <a:rPr lang="en-US" altLang="zh-CN"/>
              <a:pPr>
                <a:defRPr/>
              </a:pPr>
              <a:t>‹#›</a:t>
            </a:fld>
            <a:endParaRPr lang="en-US" altLang="zh-CN"/>
          </a:p>
        </p:txBody>
      </p:sp>
    </p:spTree>
    <p:extLst>
      <p:ext uri="{BB962C8B-B14F-4D97-AF65-F5344CB8AC3E}">
        <p14:creationId xmlns:p14="http://schemas.microsoft.com/office/powerpoint/2010/main" val="387265227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zh-CN"/>
          </a:p>
        </p:txBody>
      </p:sp>
      <p:sp>
        <p:nvSpPr>
          <p:cNvPr id="32771"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2773"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2774"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sp>
        <p:nvSpPr>
          <p:cNvPr id="32775"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ACB7351-B30B-4B5C-9385-2FEED61866BD}" type="slidenum">
              <a:rPr lang="en-US" altLang="zh-CN"/>
              <a:pPr>
                <a:defRPr/>
              </a:pPr>
              <a:t>‹#›</a:t>
            </a:fld>
            <a:endParaRPr lang="en-US" altLang="zh-CN"/>
          </a:p>
        </p:txBody>
      </p:sp>
    </p:spTree>
    <p:extLst>
      <p:ext uri="{BB962C8B-B14F-4D97-AF65-F5344CB8AC3E}">
        <p14:creationId xmlns:p14="http://schemas.microsoft.com/office/powerpoint/2010/main" val="23874808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z="2400">
                <a:latin typeface="Times New Roman" panose="02020603050405020304" pitchFamily="18" charset="0"/>
              </a:endParaRPr>
            </a:p>
          </p:txBody>
        </p:sp>
        <p:sp>
          <p:nvSpPr>
            <p:cNvPr id="6" name="Rectangle 4"/>
            <p:cNvSpPr>
              <a:spLocks noChangeArrowheads="1"/>
            </p:cNvSpPr>
            <p:nvPr/>
          </p:nvSpPr>
          <p:spPr bwMode="hidden">
            <a:xfrm>
              <a:off x="1081" y="1065"/>
              <a:ext cx="4679" cy="1596"/>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9" name="Rectangle 7"/>
              <p:cNvSpPr>
                <a:spLocks noChangeArrowheads="1"/>
              </p:cNvSpPr>
              <p:nvPr userDrawn="1"/>
            </p:nvSpPr>
            <p:spPr bwMode="auto">
              <a:xfrm>
                <a:off x="1081" y="1065"/>
                <a:ext cx="362" cy="405"/>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0" name="Rectangle 8"/>
              <p:cNvSpPr>
                <a:spLocks noChangeArrowheads="1"/>
              </p:cNvSpPr>
              <p:nvPr userDrawn="1"/>
            </p:nvSpPr>
            <p:spPr bwMode="auto">
              <a:xfrm>
                <a:off x="1437" y="672"/>
                <a:ext cx="369" cy="400"/>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1" name="Rectangle 9"/>
              <p:cNvSpPr>
                <a:spLocks noChangeArrowheads="1"/>
              </p:cNvSpPr>
              <p:nvPr userDrawn="1"/>
            </p:nvSpPr>
            <p:spPr bwMode="auto">
              <a:xfrm>
                <a:off x="719" y="2257"/>
                <a:ext cx="368" cy="40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2" name="Rectangle 10"/>
              <p:cNvSpPr>
                <a:spLocks noChangeArrowheads="1"/>
              </p:cNvSpPr>
              <p:nvPr userDrawn="1"/>
            </p:nvSpPr>
            <p:spPr bwMode="auto">
              <a:xfrm>
                <a:off x="1437" y="1065"/>
                <a:ext cx="369" cy="405"/>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3" name="Rectangle 11"/>
              <p:cNvSpPr>
                <a:spLocks noChangeArrowheads="1"/>
              </p:cNvSpPr>
              <p:nvPr userDrawn="1"/>
            </p:nvSpPr>
            <p:spPr bwMode="auto">
              <a:xfrm>
                <a:off x="719" y="1464"/>
                <a:ext cx="368" cy="399"/>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4" name="Rectangle 12"/>
              <p:cNvSpPr>
                <a:spLocks noChangeArrowheads="1"/>
              </p:cNvSpPr>
              <p:nvPr userDrawn="1"/>
            </p:nvSpPr>
            <p:spPr bwMode="auto">
              <a:xfrm>
                <a:off x="0" y="1464"/>
                <a:ext cx="367" cy="399"/>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5" name="Rectangle 13"/>
              <p:cNvSpPr>
                <a:spLocks noChangeArrowheads="1"/>
              </p:cNvSpPr>
              <p:nvPr userDrawn="1"/>
            </p:nvSpPr>
            <p:spPr bwMode="auto">
              <a:xfrm>
                <a:off x="1081" y="1464"/>
                <a:ext cx="362" cy="39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6" name="Rectangle 14"/>
              <p:cNvSpPr>
                <a:spLocks noChangeArrowheads="1"/>
              </p:cNvSpPr>
              <p:nvPr userDrawn="1"/>
            </p:nvSpPr>
            <p:spPr bwMode="auto">
              <a:xfrm>
                <a:off x="361" y="1857"/>
                <a:ext cx="363" cy="406"/>
              </a:xfrm>
              <a:prstGeom prst="rect">
                <a:avLst/>
              </a:pr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sp>
            <p:nvSpPr>
              <p:cNvPr id="17" name="Rectangle 15"/>
              <p:cNvSpPr>
                <a:spLocks noChangeArrowheads="1"/>
              </p:cNvSpPr>
              <p:nvPr userDrawn="1"/>
            </p:nvSpPr>
            <p:spPr bwMode="auto">
              <a:xfrm>
                <a:off x="719" y="1857"/>
                <a:ext cx="368" cy="4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zh-CN" altLang="zh-CN" sz="2400">
                  <a:latin typeface="Times New Roman" panose="02020603050405020304" pitchFamily="18" charset="0"/>
                </a:endParaRPr>
              </a:p>
            </p:txBody>
          </p:sp>
        </p:grpSp>
      </p:grpSp>
      <p:sp>
        <p:nvSpPr>
          <p:cNvPr id="10259" name="Rectangle 19"/>
          <p:cNvSpPr>
            <a:spLocks noGrp="1" noChangeArrowheads="1"/>
          </p:cNvSpPr>
          <p:nvPr>
            <p:ph type="ctrTitle"/>
          </p:nvPr>
        </p:nvSpPr>
        <p:spPr>
          <a:xfrm>
            <a:off x="2971800" y="1828800"/>
            <a:ext cx="6019800" cy="2209800"/>
          </a:xfrm>
        </p:spPr>
        <p:txBody>
          <a:bodyPr/>
          <a:lstStyle>
            <a:lvl1pPr>
              <a:defRPr sz="5000">
                <a:solidFill>
                  <a:srgbClr val="FFFFFF"/>
                </a:solidFill>
              </a:defRPr>
            </a:lvl1pPr>
          </a:lstStyle>
          <a:p>
            <a:pPr lvl="0"/>
            <a:r>
              <a:rPr lang="zh-CN" altLang="en-US" noProof="0"/>
              <a:t>单击此处编辑母版标题样式</a:t>
            </a:r>
          </a:p>
        </p:txBody>
      </p:sp>
      <p:sp>
        <p:nvSpPr>
          <p:cNvPr id="10260" name="Rectangle 20"/>
          <p:cNvSpPr>
            <a:spLocks noGrp="1" noChangeArrowheads="1"/>
          </p:cNvSpPr>
          <p:nvPr>
            <p:ph type="subTitle" idx="1"/>
          </p:nvPr>
        </p:nvSpPr>
        <p:spPr>
          <a:xfrm>
            <a:off x="2971800" y="4267200"/>
            <a:ext cx="6019800" cy="1752600"/>
          </a:xfrm>
        </p:spPr>
        <p:txBody>
          <a:bodyPr/>
          <a:lstStyle>
            <a:lvl1pPr marL="0" indent="0">
              <a:buFont typeface="Wingdings" panose="05000000000000000000" pitchFamily="2" charset="2"/>
              <a:buNone/>
              <a:defRPr sz="3400"/>
            </a:lvl1pPr>
          </a:lstStyle>
          <a:p>
            <a:pPr lvl="0"/>
            <a:r>
              <a:rPr lang="zh-CN" altLang="en-US" noProof="0"/>
              <a:t>单击此处编辑母版副标题样式</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endParaRPr lang="en-US" altLang="zh-CN"/>
          </a:p>
        </p:txBody>
      </p:sp>
      <p:sp>
        <p:nvSpPr>
          <p:cNvPr id="19" name="Rectangle 17"/>
          <p:cNvSpPr>
            <a:spLocks noGrp="1" noChangeArrowheads="1"/>
          </p:cNvSpPr>
          <p:nvPr>
            <p:ph type="ftr" sz="quarter" idx="11"/>
          </p:nvPr>
        </p:nvSpPr>
        <p:spPr/>
        <p:txBody>
          <a:bodyPr/>
          <a:lstStyle>
            <a:lvl1pPr>
              <a:defRPr/>
            </a:lvl1pPr>
          </a:lstStyle>
          <a:p>
            <a:pPr>
              <a:defRPr/>
            </a:pPr>
            <a:endParaRPr lang="en-US" altLang="zh-CN"/>
          </a:p>
        </p:txBody>
      </p:sp>
      <p:sp>
        <p:nvSpPr>
          <p:cNvPr id="20" name="Rectangle 18"/>
          <p:cNvSpPr>
            <a:spLocks noGrp="1" noChangeArrowheads="1"/>
          </p:cNvSpPr>
          <p:nvPr>
            <p:ph type="sldNum" sz="quarter" idx="12"/>
          </p:nvPr>
        </p:nvSpPr>
        <p:spPr/>
        <p:txBody>
          <a:bodyPr/>
          <a:lstStyle>
            <a:lvl1pPr>
              <a:defRPr/>
            </a:lvl1pPr>
          </a:lstStyle>
          <a:p>
            <a:pPr>
              <a:defRPr/>
            </a:pPr>
            <a:fld id="{ECFFC3CF-75BE-43B6-98D8-6A4FF0DFB860}" type="slidenum">
              <a:rPr lang="en-US" altLang="zh-CN"/>
              <a:pPr>
                <a:defRPr/>
              </a:pPr>
              <a:t>‹#›</a:t>
            </a:fld>
            <a:endParaRPr lang="en-US" altLang="zh-CN"/>
          </a:p>
        </p:txBody>
      </p:sp>
    </p:spTree>
    <p:extLst>
      <p:ext uri="{BB962C8B-B14F-4D97-AF65-F5344CB8AC3E}">
        <p14:creationId xmlns:p14="http://schemas.microsoft.com/office/powerpoint/2010/main" val="2990622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EFDF527A-8D38-4540-A921-D82FD1E9E92F}"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125820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B5A09EC1-A5B1-4FFD-92DF-37BF01DEDA68}"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771622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4038600" cy="3886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97FC91AC-30A2-46AA-855D-C0384CC9DF13}"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149416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3"/>
          <p:cNvSpPr>
            <a:spLocks noGrp="1" noChangeArrowheads="1"/>
          </p:cNvSpPr>
          <p:nvPr>
            <p:ph type="sldNum" sz="quarter" idx="11"/>
          </p:nvPr>
        </p:nvSpPr>
        <p:spPr>
          <a:ln/>
        </p:spPr>
        <p:txBody>
          <a:bodyPr/>
          <a:lstStyle>
            <a:lvl1pPr>
              <a:defRPr/>
            </a:lvl1pPr>
          </a:lstStyle>
          <a:p>
            <a:pPr>
              <a:defRPr/>
            </a:pPr>
            <a:fld id="{6F09F39F-14B9-4D2B-A888-9703CB88B422}" type="slidenum">
              <a:rPr lang="en-US" altLang="zh-CN"/>
              <a:pPr>
                <a:defRPr/>
              </a:pPr>
              <a:t>‹#›</a:t>
            </a:fld>
            <a:endParaRPr lang="en-US" altLang="zh-CN"/>
          </a:p>
        </p:txBody>
      </p:sp>
      <p:sp>
        <p:nvSpPr>
          <p:cNvPr id="9"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054025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3"/>
          <p:cNvSpPr>
            <a:spLocks noGrp="1" noChangeArrowheads="1"/>
          </p:cNvSpPr>
          <p:nvPr>
            <p:ph type="sldNum" sz="quarter" idx="11"/>
          </p:nvPr>
        </p:nvSpPr>
        <p:spPr>
          <a:ln/>
        </p:spPr>
        <p:txBody>
          <a:bodyPr/>
          <a:lstStyle>
            <a:lvl1pPr>
              <a:defRPr/>
            </a:lvl1pPr>
          </a:lstStyle>
          <a:p>
            <a:pPr>
              <a:defRPr/>
            </a:pPr>
            <a:fld id="{3DDDE99C-A2C5-4E95-989C-61854F2F2D12}" type="slidenum">
              <a:rPr lang="en-US" altLang="zh-CN"/>
              <a:pPr>
                <a:defRPr/>
              </a:pPr>
              <a:t>‹#›</a:t>
            </a:fld>
            <a:endParaRPr lang="en-US" altLang="zh-CN"/>
          </a:p>
        </p:txBody>
      </p:sp>
      <p:sp>
        <p:nvSpPr>
          <p:cNvPr id="5"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325973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3"/>
          <p:cNvSpPr>
            <a:spLocks noGrp="1" noChangeArrowheads="1"/>
          </p:cNvSpPr>
          <p:nvPr>
            <p:ph type="sldNum" sz="quarter" idx="11"/>
          </p:nvPr>
        </p:nvSpPr>
        <p:spPr>
          <a:ln/>
        </p:spPr>
        <p:txBody>
          <a:bodyPr/>
          <a:lstStyle>
            <a:lvl1pPr>
              <a:defRPr/>
            </a:lvl1pPr>
          </a:lstStyle>
          <a:p>
            <a:pPr>
              <a:defRPr/>
            </a:pPr>
            <a:fld id="{9FBB537D-4101-4F74-A76D-EABE1600319B}" type="slidenum">
              <a:rPr lang="en-US" altLang="zh-CN"/>
              <a:pPr>
                <a:defRPr/>
              </a:pPr>
              <a:t>‹#›</a:t>
            </a:fld>
            <a:endParaRPr lang="en-US" altLang="zh-CN"/>
          </a:p>
        </p:txBody>
      </p:sp>
      <p:sp>
        <p:nvSpPr>
          <p:cNvPr id="4"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85045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57D7274B-FF9F-4983-8491-E8B8A66B525E}"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1636138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3"/>
          <p:cNvSpPr>
            <a:spLocks noGrp="1" noChangeArrowheads="1"/>
          </p:cNvSpPr>
          <p:nvPr>
            <p:ph type="sldNum" sz="quarter" idx="11"/>
          </p:nvPr>
        </p:nvSpPr>
        <p:spPr>
          <a:ln/>
        </p:spPr>
        <p:txBody>
          <a:bodyPr/>
          <a:lstStyle>
            <a:lvl1pPr>
              <a:defRPr/>
            </a:lvl1pPr>
          </a:lstStyle>
          <a:p>
            <a:pPr>
              <a:defRPr/>
            </a:pPr>
            <a:fld id="{2BA28724-70E6-4C7A-ABDC-0BCC64A4BF99}" type="slidenum">
              <a:rPr lang="en-US" altLang="zh-CN"/>
              <a:pPr>
                <a:defRPr/>
              </a:pPr>
              <a:t>‹#›</a:t>
            </a:fld>
            <a:endParaRPr lang="en-US" altLang="zh-CN"/>
          </a:p>
        </p:txBody>
      </p:sp>
      <p:sp>
        <p:nvSpPr>
          <p:cNvPr id="7"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01432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9A43ECF0-4488-4898-BC86-0C97265E039D}"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2410112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57200"/>
            <a:ext cx="2057400" cy="54102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457200"/>
            <a:ext cx="6019800" cy="54102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3"/>
          <p:cNvSpPr>
            <a:spLocks noGrp="1" noChangeArrowheads="1"/>
          </p:cNvSpPr>
          <p:nvPr>
            <p:ph type="sldNum" sz="quarter" idx="11"/>
          </p:nvPr>
        </p:nvSpPr>
        <p:spPr>
          <a:ln/>
        </p:spPr>
        <p:txBody>
          <a:bodyPr/>
          <a:lstStyle>
            <a:lvl1pPr>
              <a:defRPr/>
            </a:lvl1pPr>
          </a:lstStyle>
          <a:p>
            <a:pPr>
              <a:defRPr/>
            </a:pPr>
            <a:fld id="{4957CE23-BD5B-4A6A-A9BC-6437C2AC7346}" type="slidenum">
              <a:rPr lang="en-US" altLang="zh-CN"/>
              <a:pPr>
                <a:defRPr/>
              </a:pPr>
              <a:t>‹#›</a:t>
            </a:fld>
            <a:endParaRPr lang="en-US" altLang="zh-CN"/>
          </a:p>
        </p:txBody>
      </p:sp>
      <p:sp>
        <p:nvSpPr>
          <p:cNvPr id="6" name="Rectangle 16"/>
          <p:cNvSpPr>
            <a:spLocks noGrp="1" noChangeArrowheads="1"/>
          </p:cNvSpPr>
          <p:nvPr>
            <p:ph type="dt" sz="half" idx="12"/>
          </p:nvPr>
        </p:nvSpPr>
        <p:spPr>
          <a:ln/>
        </p:spPr>
        <p:txBody>
          <a:bodyPr/>
          <a:lstStyle>
            <a:lvl1pPr>
              <a:defRPr/>
            </a:lvl1pPr>
          </a:lstStyle>
          <a:p>
            <a:pPr>
              <a:defRPr/>
            </a:pPr>
            <a:endParaRPr lang="en-US" altLang="zh-CN"/>
          </a:p>
        </p:txBody>
      </p:sp>
    </p:spTree>
    <p:extLst>
      <p:ext uri="{BB962C8B-B14F-4D97-AF65-F5344CB8AC3E}">
        <p14:creationId xmlns:p14="http://schemas.microsoft.com/office/powerpoint/2010/main" val="4280752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eaLnBrk="1" hangingPunct="1">
              <a:defRPr sz="1200"/>
            </a:lvl1pPr>
          </a:lstStyle>
          <a:p>
            <a:pPr>
              <a:defRPr/>
            </a:pPr>
            <a:endParaRPr lang="en-US" altLang="zh-CN"/>
          </a:p>
        </p:txBody>
      </p:sp>
      <p:sp>
        <p:nvSpPr>
          <p:cNvPr id="9219" name="Rectangle 3"/>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A04020102020204" pitchFamily="34" charset="0"/>
              </a:defRPr>
            </a:lvl1pPr>
          </a:lstStyle>
          <a:p>
            <a:pPr>
              <a:defRPr/>
            </a:pPr>
            <a:fld id="{0369A46B-A847-41B3-8FC9-D7046A35FE3E}" type="slidenum">
              <a:rPr lang="en-US" altLang="zh-CN"/>
              <a:pPr>
                <a:defRPr/>
              </a:pPr>
              <a:t>‹#›</a:t>
            </a:fld>
            <a:endParaRPr lang="en-US" altLang="zh-CN"/>
          </a:p>
        </p:txBody>
      </p:sp>
      <p:sp>
        <p:nvSpPr>
          <p:cNvPr id="1028" name="Rectangle 14"/>
          <p:cNvSpPr>
            <a:spLocks noGrp="1" noChangeArrowheads="1"/>
          </p:cNvSpPr>
          <p:nvPr>
            <p:ph type="title"/>
          </p:nvPr>
        </p:nvSpPr>
        <p:spPr bwMode="auto">
          <a:xfrm>
            <a:off x="457200" y="457200"/>
            <a:ext cx="82296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9" name="Rectangle 15"/>
          <p:cNvSpPr>
            <a:spLocks noGrp="1" noChangeArrowheads="1"/>
          </p:cNvSpPr>
          <p:nvPr>
            <p:ph type="body" idx="1"/>
          </p:nvPr>
        </p:nvSpPr>
        <p:spPr bwMode="auto">
          <a:xfrm>
            <a:off x="457200" y="1981200"/>
            <a:ext cx="8229600" cy="3886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9232" name="Rectangle 16"/>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zh-CN"/>
          </a:p>
        </p:txBody>
      </p:sp>
      <p:grpSp>
        <p:nvGrpSpPr>
          <p:cNvPr id="1031" name="Group 17"/>
          <p:cNvGrpSpPr>
            <a:grpSpLocks/>
          </p:cNvGrpSpPr>
          <p:nvPr userDrawn="1"/>
        </p:nvGrpSpPr>
        <p:grpSpPr bwMode="auto">
          <a:xfrm>
            <a:off x="0" y="0"/>
            <a:ext cx="9144000" cy="946150"/>
            <a:chOff x="0" y="0"/>
            <a:chExt cx="5760" cy="596"/>
          </a:xfrm>
        </p:grpSpPr>
        <p:sp>
          <p:nvSpPr>
            <p:cNvPr id="1032" name="Line 18"/>
            <p:cNvSpPr>
              <a:spLocks noChangeShapeType="1"/>
            </p:cNvSpPr>
            <p:nvPr/>
          </p:nvSpPr>
          <p:spPr bwMode="auto">
            <a:xfrm>
              <a:off x="0" y="528"/>
              <a:ext cx="441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3" name="Text Box 19"/>
            <p:cNvSpPr txBox="1">
              <a:spLocks noChangeArrowheads="1"/>
            </p:cNvSpPr>
            <p:nvPr/>
          </p:nvSpPr>
          <p:spPr bwMode="auto">
            <a:xfrm>
              <a:off x="4364" y="384"/>
              <a:ext cx="101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zh-CN" altLang="en-US" sz="1600" b="1">
                  <a:ea typeface="华文行楷" panose="02010800040101010101" pitchFamily="2" charset="-122"/>
                </a:rPr>
                <a:t>误差与数据处理</a:t>
              </a:r>
            </a:p>
          </p:txBody>
        </p:sp>
        <p:sp>
          <p:nvSpPr>
            <p:cNvPr id="1034" name="Line 20"/>
            <p:cNvSpPr>
              <a:spLocks noChangeShapeType="1"/>
            </p:cNvSpPr>
            <p:nvPr/>
          </p:nvSpPr>
          <p:spPr bwMode="auto">
            <a:xfrm>
              <a:off x="0" y="480"/>
              <a:ext cx="43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5" name="Line 21"/>
            <p:cNvSpPr>
              <a:spLocks noChangeShapeType="1"/>
            </p:cNvSpPr>
            <p:nvPr/>
          </p:nvSpPr>
          <p:spPr bwMode="auto">
            <a:xfrm>
              <a:off x="5376" y="480"/>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6" name="Line 22"/>
            <p:cNvSpPr>
              <a:spLocks noChangeShapeType="1"/>
            </p:cNvSpPr>
            <p:nvPr/>
          </p:nvSpPr>
          <p:spPr bwMode="auto">
            <a:xfrm>
              <a:off x="5328" y="528"/>
              <a:ext cx="43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37" name="Text Box 23"/>
            <p:cNvSpPr txBox="1">
              <a:spLocks noChangeArrowheads="1"/>
            </p:cNvSpPr>
            <p:nvPr/>
          </p:nvSpPr>
          <p:spPr bwMode="auto">
            <a:xfrm>
              <a:off x="0" y="0"/>
              <a:ext cx="5760" cy="520"/>
            </a:xfrm>
            <a:prstGeom prst="rect">
              <a:avLst/>
            </a:prstGeom>
            <a:solidFill>
              <a:srgbClr val="99CCFF">
                <a:alpha val="18823"/>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endParaRPr lang="en-US" altLang="zh-CN" sz="1600"/>
            </a:p>
            <a:p>
              <a:pPr eaLnBrk="1" hangingPunct="1">
                <a:defRPr/>
              </a:pPr>
              <a:endParaRPr lang="en-US" altLang="zh-CN" sz="1600"/>
            </a:p>
            <a:p>
              <a:pPr eaLnBrk="1" hangingPunct="1">
                <a:defRPr/>
              </a:pPr>
              <a:endParaRPr lang="en-US" altLang="zh-CN" sz="1600"/>
            </a:p>
          </p:txBody>
        </p:sp>
        <p:pic>
          <p:nvPicPr>
            <p:cNvPr id="1038" name="Picture 24" descr="引力波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768" cy="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 bg1="lt1" tx1="dk1" bg2="lt2" tx2="dk2" accent1="accent1" accent2="accent2" accent3="accent3" accent4="accent4" accent5="accent5" accent6="accent6" hlink="hlink" folHlink="folHlink"/>
  <p:sldLayoutIdLst>
    <p:sldLayoutId id="2147483709"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rtl="0" eaLnBrk="0" fontAlgn="base" hangingPunct="0">
        <a:spcBef>
          <a:spcPct val="0"/>
        </a:spcBef>
        <a:spcAft>
          <a:spcPct val="0"/>
        </a:spcAft>
        <a:defRPr sz="4400" kern="1200">
          <a:solidFill>
            <a:schemeClr val="tx1"/>
          </a:solidFill>
          <a:latin typeface="+mj-lt"/>
          <a:ea typeface="+mj-ea"/>
          <a:cs typeface="+mj-cs"/>
        </a:defRPr>
      </a:lvl1pPr>
      <a:lvl2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44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4400">
          <a:solidFill>
            <a:schemeClr val="tx1"/>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80000"/>
        <a:buFont typeface="Wingdings" panose="05000000000000000000" pitchFamily="2" charset="2"/>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bg2"/>
        </a:buClr>
        <a:buSzPct val="65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bg2"/>
        </a:buClr>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p:cNvSpPr>
            <a:spLocks noChangeArrowheads="1"/>
          </p:cNvSpPr>
          <p:nvPr/>
        </p:nvSpPr>
        <p:spPr bwMode="auto">
          <a:xfrm>
            <a:off x="1295400" y="44450"/>
            <a:ext cx="2019300" cy="641350"/>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zh-CN" altLang="en-US" sz="3600" b="1"/>
              <a:t>项目作业</a:t>
            </a:r>
          </a:p>
        </p:txBody>
      </p:sp>
      <p:graphicFrame>
        <p:nvGraphicFramePr>
          <p:cNvPr id="457896" name="Group 168"/>
          <p:cNvGraphicFramePr>
            <a:graphicFrameLocks noGrp="1"/>
          </p:cNvGraphicFramePr>
          <p:nvPr>
            <p:extLst>
              <p:ext uri="{D42A27DB-BD31-4B8C-83A1-F6EECF244321}">
                <p14:modId xmlns:p14="http://schemas.microsoft.com/office/powerpoint/2010/main" val="3226025150"/>
              </p:ext>
            </p:extLst>
          </p:nvPr>
        </p:nvGraphicFramePr>
        <p:xfrm>
          <a:off x="228600" y="990600"/>
          <a:ext cx="8686800" cy="5765586"/>
        </p:xfrm>
        <a:graphic>
          <a:graphicData uri="http://schemas.openxmlformats.org/drawingml/2006/table">
            <a:tbl>
              <a:tblPr/>
              <a:tblGrid>
                <a:gridCol w="1622494">
                  <a:extLst>
                    <a:ext uri="{9D8B030D-6E8A-4147-A177-3AD203B41FA5}">
                      <a16:colId xmlns:a16="http://schemas.microsoft.com/office/drawing/2014/main" val="20000"/>
                    </a:ext>
                  </a:extLst>
                </a:gridCol>
                <a:gridCol w="7064306">
                  <a:extLst>
                    <a:ext uri="{9D8B030D-6E8A-4147-A177-3AD203B41FA5}">
                      <a16:colId xmlns:a16="http://schemas.microsoft.com/office/drawing/2014/main" val="20002"/>
                    </a:ext>
                  </a:extLst>
                </a:gridCol>
              </a:tblGrid>
              <a:tr h="228600">
                <a:tc>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zh-CN" altLang="en-US" sz="14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华文隶书" panose="02010800040101010101" pitchFamily="2" charset="-122"/>
                          <a:cs typeface="Times New Roman" panose="02020603050405020304" pitchFamily="18" charset="0"/>
                        </a:rPr>
                        <a:t>三级项目作业题目</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测量数据的处理与误差分析程序设计</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5962">
                <a:tc rowSpan="3">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zh-CN" altLang="en-US" sz="14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华文隶书" panose="02010800040101010101" pitchFamily="2" charset="-122"/>
                          <a:cs typeface="Times New Roman" panose="02020603050405020304" pitchFamily="18" charset="0"/>
                        </a:rPr>
                        <a:t>程序功能要求</a:t>
                      </a: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bg2"/>
                        </a:buClr>
                        <a:buSzPct val="75000"/>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a:spcBef>
                          <a:spcPct val="20000"/>
                        </a:spcBef>
                        <a:buClr>
                          <a:schemeClr val="accent2"/>
                        </a:buClr>
                        <a:buSzPct val="80000"/>
                        <a:buFont typeface="Wingdings" panose="05000000000000000000" pitchFamily="2" charset="2"/>
                        <a:defRPr sz="2400">
                          <a:solidFill>
                            <a:schemeClr val="tx1"/>
                          </a:solidFill>
                          <a:latin typeface="Arial" panose="020B0604020202020204" pitchFamily="34" charset="0"/>
                          <a:ea typeface="宋体" panose="02010600030101010101" pitchFamily="2" charset="-122"/>
                        </a:defRPr>
                      </a:lvl2pPr>
                      <a:lvl3pPr>
                        <a:spcBef>
                          <a:spcPct val="20000"/>
                        </a:spcBef>
                        <a:buClr>
                          <a:schemeClr val="bg2"/>
                        </a:buClr>
                        <a:buSzPct val="65000"/>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a:spcBef>
                          <a:spcPct val="20000"/>
                        </a:spcBef>
                        <a:buClr>
                          <a:schemeClr val="accent2"/>
                        </a:buClr>
                        <a:buSzPct val="70000"/>
                        <a:buFont typeface="Wingdings" panose="05000000000000000000" pitchFamily="2" charset="2"/>
                        <a:defRPr>
                          <a:solidFill>
                            <a:schemeClr val="tx1"/>
                          </a:solidFill>
                          <a:latin typeface="Arial" panose="020B0604020202020204" pitchFamily="34" charset="0"/>
                          <a:ea typeface="宋体" panose="02010600030101010101" pitchFamily="2" charset="-122"/>
                        </a:defRPr>
                      </a:lvl4pPr>
                      <a:lvl5pPr>
                        <a:spcBef>
                          <a:spcPct val="20000"/>
                        </a:spcBef>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bg2"/>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zh-CN" altLang="en-US" sz="14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基本要求：</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能够针对任意给定的不限测量次数的一组等精度测量数据和至少两组不等精度测量数据，进行完整的数据处理，包括系统误差和粗大误差的判别，并报告测量结果。</a:t>
                      </a:r>
                      <a:endPar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92642">
                <a:tc v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en-US" sz="14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华文隶书" panose="02010800040101010101" pitchFamily="2" charset="-122"/>
                        <a:cs typeface="Times New Roman" panose="0202060305040502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r>
                        <a:rPr kumimoji="0" lang="zh-CN" altLang="en-US"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加分项</a:t>
                      </a:r>
                      <a:r>
                        <a:rPr kumimoji="0" lang="en-US" altLang="zh-CN"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各组自行设计添加程序功能，包括但不限于，仿真测量数据生成模块；测量数据读取模块</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手工录入，</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txt</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文档或</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excel</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表格读取等</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；图形显示模块，如，测量数据、分析过程数据、测量结果数据或误差限数据等；最小二乘分析处理模块；回归分析模块；测量数据与结果存储模块，等。</a:t>
                      </a: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45042">
                <a:tc v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zh-CN" altLang="en-US" sz="1400" b="1" i="0" u="none" strike="noStrike" cap="none" normalizeH="0" baseline="0" dirty="0">
                        <a:ln>
                          <a:noFill/>
                        </a:ln>
                        <a:solidFill>
                          <a:schemeClr val="tx1"/>
                        </a:solidFill>
                        <a:effectLst>
                          <a:outerShdw blurRad="38100" dist="38100" dir="2700000" algn="tl">
                            <a:srgbClr val="C0C0C0"/>
                          </a:outerShdw>
                        </a:effectLst>
                        <a:latin typeface="Times New Roman" panose="02020603050405020304" pitchFamily="18" charset="0"/>
                        <a:ea typeface="华文隶书" panose="02010800040101010101" pitchFamily="2" charset="-122"/>
                        <a:cs typeface="Times New Roman" panose="0202060305040502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zh-CN" altLang="en-US"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加分项</a:t>
                      </a:r>
                      <a:r>
                        <a:rPr kumimoji="0" lang="en-US" altLang="zh-CN"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：程序可选择使用</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EXCEL</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表格、</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语言、</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Python</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0" u="none" strike="noStrike" kern="1200"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Matlab</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LabVIEW</a:t>
                      </a:r>
                      <a:r>
                        <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等任意一种软件编写。</a:t>
                      </a:r>
                      <a:endPar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zh-CN" altLang="en-US"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特别注意，自主学习并使用</a:t>
                      </a:r>
                      <a:r>
                        <a:rPr lang="en-US" altLang="zh-CN" sz="1400" b="1" dirty="0"/>
                        <a:t>MWORKS</a:t>
                      </a:r>
                      <a:r>
                        <a:rPr lang="zh-CN" altLang="en-US" sz="1400" b="1" dirty="0"/>
                        <a:t>软件进行程序设计开发的，可获额外加分。</a:t>
                      </a:r>
                      <a:endParaRPr lang="en-US" altLang="zh-CN" sz="1400" b="1" dirty="0"/>
                    </a:p>
                    <a:p>
                      <a:pPr marL="0" marR="0" lvl="0" indent="0" algn="just"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defRPr/>
                      </a:pPr>
                      <a:r>
                        <a:rPr kumimoji="0" lang="en-US" altLang="zh-CN"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https://software.ysu.edu.cn/soft?categoryid=14</a:t>
                      </a:r>
                      <a:endParaRPr kumimoji="0" lang="zh-CN" altLang="en-US" sz="1400" b="1"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967498">
                <a:tc gridSpan="2">
                  <a:txBody>
                    <a:bodyPr/>
                    <a:lstStyle/>
                    <a:p>
                      <a:pPr marL="0" marR="0" lvl="0" indent="0" algn="l" defTabSz="914400" rtl="0" eaLnBrk="1" fontAlgn="base" latinLnBrk="0" hangingPunct="1">
                        <a:lnSpc>
                          <a:spcPts val="1800"/>
                        </a:lnSpc>
                        <a:spcBef>
                          <a:spcPct val="20000"/>
                        </a:spcBef>
                        <a:spcAft>
                          <a:spcPct val="0"/>
                        </a:spcAft>
                        <a:buClr>
                          <a:schemeClr val="bg2"/>
                        </a:buClr>
                        <a:buSzPct val="75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项目作业分组完成，每组不能超过四人。每组分工完成搜集资料、程序设计和调试、报告撰写、</a:t>
                      </a:r>
                      <a:r>
                        <a:rPr kumimoji="0" lang="en-US" altLang="zh-CN" sz="1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ppt</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制作和汇报等项任务；每组需在报告封面制定位置明确各自工作量分配的百分比例。</a:t>
                      </a:r>
                    </a:p>
                    <a:p>
                      <a:pPr marL="0" marR="0" lvl="0" indent="0" algn="l" defTabSz="914400" rtl="0" eaLnBrk="1" fontAlgn="base" latinLnBrk="0" hangingPunct="1">
                        <a:lnSpc>
                          <a:spcPts val="1800"/>
                        </a:lnSpc>
                        <a:spcBef>
                          <a:spcPct val="20000"/>
                        </a:spcBef>
                        <a:spcAft>
                          <a:spcPct val="0"/>
                        </a:spcAft>
                        <a:buClr>
                          <a:schemeClr val="bg2"/>
                        </a:buClr>
                        <a:buSzPct val="75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ppt</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并按每页六篇幻灯片的方式生成电子版讲义文档，并用下发的模版封面，与</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word</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报告合并成一份电子版报告，装订顺序为封面</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电子版报告</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ppt</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讲义，结题汇报时，打印上交纸质版；结课后，在规定时间内，与程序文件夹一起打压缩包上交电子版。电子版压缩包命名方式为：分组序号</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本组各成员班级姓名</a:t>
                      </a:r>
                    </a:p>
                    <a:p>
                      <a:pPr marL="0" marR="0" lvl="0" indent="0" algn="l" defTabSz="914400" rtl="0" eaLnBrk="1" fontAlgn="base" latinLnBrk="0" hangingPunct="1">
                        <a:lnSpc>
                          <a:spcPts val="1800"/>
                        </a:lnSpc>
                        <a:spcBef>
                          <a:spcPct val="20000"/>
                        </a:spcBef>
                        <a:spcAft>
                          <a:spcPct val="0"/>
                        </a:spcAft>
                        <a:buClr>
                          <a:schemeClr val="bg2"/>
                        </a:buClr>
                        <a:buSzPct val="75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3.word</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报告正文，小四号，宋体，页边距</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2.5CM</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，行间距固定值</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磅，数字和西文用</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Times New Roman</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。不需要摘要和目录，直接写正文；注意用统一封面，不要修改封面各处格式。</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1" fontAlgn="base" latinLnBrk="0" hangingPunct="1">
                        <a:lnSpc>
                          <a:spcPts val="1800"/>
                        </a:lnSpc>
                        <a:spcBef>
                          <a:spcPct val="20000"/>
                        </a:spcBef>
                        <a:spcAft>
                          <a:spcPct val="0"/>
                        </a:spcAft>
                        <a:buClr>
                          <a:schemeClr val="bg2"/>
                        </a:buClr>
                        <a:buSzPct val="75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鼓励使用</a:t>
                      </a:r>
                      <a:r>
                        <a:rPr kumimoji="0" lang="en-US" altLang="zh-CN" sz="1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visio</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绘制流程图；</a:t>
                      </a:r>
                    </a:p>
                    <a:p>
                      <a:pPr marL="0" marR="0" lvl="0" indent="0" algn="l" defTabSz="914400" rtl="0" eaLnBrk="1" fontAlgn="base" latinLnBrk="0" hangingPunct="1">
                        <a:lnSpc>
                          <a:spcPts val="1800"/>
                        </a:lnSpc>
                        <a:spcBef>
                          <a:spcPct val="20000"/>
                        </a:spcBef>
                        <a:spcAft>
                          <a:spcPct val="0"/>
                        </a:spcAft>
                        <a:buClr>
                          <a:schemeClr val="bg2"/>
                        </a:buClr>
                        <a:buSzPct val="75000"/>
                        <a:buFont typeface="Wingdings" panose="05000000000000000000" pitchFamily="2" charset="2"/>
                        <a:buNone/>
                        <a:tabLst/>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鼓励使用</a:t>
                      </a:r>
                      <a:r>
                        <a:rPr kumimoji="0" lang="en-US" altLang="zh-CN" sz="1400" b="0"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MathType</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编辑公式；</a:t>
                      </a:r>
                    </a:p>
                    <a:p>
                      <a:pPr marL="0" marR="0" lvl="0" indent="0" algn="l" defTabSz="914400" rtl="0" eaLnBrk="1" fontAlgn="base" latinLnBrk="0" hangingPunct="1">
                        <a:lnSpc>
                          <a:spcPts val="1800"/>
                        </a:lnSpc>
                        <a:spcBef>
                          <a:spcPct val="20000"/>
                        </a:spcBef>
                        <a:spcAft>
                          <a:spcPct val="0"/>
                        </a:spcAft>
                        <a:buClr>
                          <a:schemeClr val="bg2"/>
                        </a:buClr>
                        <a:buSzPct val="75000"/>
                        <a:buFont typeface="Wingdings" panose="05000000000000000000" pitchFamily="2" charset="2"/>
                        <a:buNone/>
                        <a:tabLst/>
                        <a:defRPr/>
                      </a:pP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结课前，进行汇报。汇报时间控制在</a:t>
                      </a:r>
                      <a:r>
                        <a:rPr kumimoji="0" lang="en-US" altLang="zh-CN"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0" lang="zh-CN" altLang="en-US" sz="1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分钟以内；</a:t>
                      </a:r>
                      <a:endParaRPr kumimoji="0" lang="zh-CN" altLang="en-US"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
                          <a:schemeClr val="bg2"/>
                        </a:buClr>
                        <a:buSzPct val="75000"/>
                        <a:buFont typeface="Wingdings" panose="05000000000000000000" pitchFamily="2" charset="2"/>
                        <a:buNone/>
                        <a:tabLst/>
                      </a:pPr>
                      <a:endParaRPr kumimoji="0" lang="en-US" altLang="zh-CN" sz="1400" b="0" i="0" u="none" strike="noStrike" kern="1200"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T="45723" marB="457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51362361"/>
      </p:ext>
    </p:extLst>
  </p:cSld>
  <p:clrMapOvr>
    <a:masterClrMapping/>
  </p:clrMapOvr>
</p:sld>
</file>

<file path=ppt/theme/theme1.xml><?xml version="1.0" encoding="utf-8"?>
<a:theme xmlns:a="http://schemas.openxmlformats.org/drawingml/2006/main" name="Pixel">
  <a:themeElements>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fontScheme name="Pixe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CCFFFF"/>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CCFFFF"/>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Pixel 1">
        <a:dk1>
          <a:srgbClr val="0066FF"/>
        </a:dk1>
        <a:lt1>
          <a:srgbClr val="FFFFFF"/>
        </a:lt1>
        <a:dk2>
          <a:srgbClr val="000066"/>
        </a:dk2>
        <a:lt2>
          <a:srgbClr val="FFFFFF"/>
        </a:lt2>
        <a:accent1>
          <a:srgbClr val="6699FF"/>
        </a:accent1>
        <a:accent2>
          <a:srgbClr val="3333FF"/>
        </a:accent2>
        <a:accent3>
          <a:srgbClr val="AAAAB8"/>
        </a:accent3>
        <a:accent4>
          <a:srgbClr val="DADADA"/>
        </a:accent4>
        <a:accent5>
          <a:srgbClr val="B8CAFF"/>
        </a:accent5>
        <a:accent6>
          <a:srgbClr val="2D2DE7"/>
        </a:accent6>
        <a:hlink>
          <a:srgbClr val="FFCC00"/>
        </a:hlink>
        <a:folHlink>
          <a:srgbClr val="0000CC"/>
        </a:folHlink>
      </a:clrScheme>
      <a:clrMap bg1="dk2" tx1="lt1" bg2="dk1" tx2="lt2" accent1="accent1" accent2="accent2" accent3="accent3" accent4="accent4" accent5="accent5" accent6="accent6" hlink="hlink" folHlink="folHlink"/>
    </a:extraClrScheme>
    <a:extraClrScheme>
      <a:clrScheme name="Pixel 2">
        <a:dk1>
          <a:srgbClr val="009999"/>
        </a:dk1>
        <a:lt1>
          <a:srgbClr val="FFFFFF"/>
        </a:lt1>
        <a:dk2>
          <a:srgbClr val="334B49"/>
        </a:dk2>
        <a:lt2>
          <a:srgbClr val="FFFFFF"/>
        </a:lt2>
        <a:accent1>
          <a:srgbClr val="33CCCC"/>
        </a:accent1>
        <a:accent2>
          <a:srgbClr val="008080"/>
        </a:accent2>
        <a:accent3>
          <a:srgbClr val="ADB1B1"/>
        </a:accent3>
        <a:accent4>
          <a:srgbClr val="DADADA"/>
        </a:accent4>
        <a:accent5>
          <a:srgbClr val="ADE2E2"/>
        </a:accent5>
        <a:accent6>
          <a:srgbClr val="007373"/>
        </a:accent6>
        <a:hlink>
          <a:srgbClr val="FFCC00"/>
        </a:hlink>
        <a:folHlink>
          <a:srgbClr val="006666"/>
        </a:folHlink>
      </a:clrScheme>
      <a:clrMap bg1="dk2" tx1="lt1" bg2="dk1" tx2="lt2" accent1="accent1" accent2="accent2" accent3="accent3" accent4="accent4" accent5="accent5" accent6="accent6" hlink="hlink" folHlink="folHlink"/>
    </a:extraClrScheme>
    <a:extraClrScheme>
      <a:clrScheme name="Pixel 3">
        <a:dk1>
          <a:srgbClr val="006699"/>
        </a:dk1>
        <a:lt1>
          <a:srgbClr val="FFFFFF"/>
        </a:lt1>
        <a:dk2>
          <a:srgbClr val="333399"/>
        </a:dk2>
        <a:lt2>
          <a:srgbClr val="FFFFFF"/>
        </a:lt2>
        <a:accent1>
          <a:srgbClr val="0099CC"/>
        </a:accent1>
        <a:accent2>
          <a:srgbClr val="0386AF"/>
        </a:accent2>
        <a:accent3>
          <a:srgbClr val="ADADCA"/>
        </a:accent3>
        <a:accent4>
          <a:srgbClr val="DADADA"/>
        </a:accent4>
        <a:accent5>
          <a:srgbClr val="AACAE2"/>
        </a:accent5>
        <a:accent6>
          <a:srgbClr val="02799E"/>
        </a:accent6>
        <a:hlink>
          <a:srgbClr val="FFCC00"/>
        </a:hlink>
        <a:folHlink>
          <a:srgbClr val="6699FF"/>
        </a:folHlink>
      </a:clrScheme>
      <a:clrMap bg1="dk2" tx1="lt1" bg2="dk1" tx2="lt2" accent1="accent1" accent2="accent2" accent3="accent3" accent4="accent4" accent5="accent5" accent6="accent6" hlink="hlink" folHlink="folHlink"/>
    </a:extraClrScheme>
    <a:extraClrScheme>
      <a:clrScheme name="Pixel 4">
        <a:dk1>
          <a:srgbClr val="008080"/>
        </a:dk1>
        <a:lt1>
          <a:srgbClr val="FFFFFF"/>
        </a:lt1>
        <a:dk2>
          <a:srgbClr val="2F978D"/>
        </a:dk2>
        <a:lt2>
          <a:srgbClr val="FFFFFF"/>
        </a:lt2>
        <a:accent1>
          <a:srgbClr val="0099FF"/>
        </a:accent1>
        <a:accent2>
          <a:srgbClr val="009999"/>
        </a:accent2>
        <a:accent3>
          <a:srgbClr val="ADC9C5"/>
        </a:accent3>
        <a:accent4>
          <a:srgbClr val="DADADA"/>
        </a:accent4>
        <a:accent5>
          <a:srgbClr val="AACAFF"/>
        </a:accent5>
        <a:accent6>
          <a:srgbClr val="008A8A"/>
        </a:accent6>
        <a:hlink>
          <a:srgbClr val="FFFFCC"/>
        </a:hlink>
        <a:folHlink>
          <a:srgbClr val="70CAC6"/>
        </a:folHlink>
      </a:clrScheme>
      <a:clrMap bg1="dk2" tx1="lt1" bg2="dk1" tx2="lt2" accent1="accent1" accent2="accent2" accent3="accent3" accent4="accent4" accent5="accent5" accent6="accent6" hlink="hlink" folHlink="folHlink"/>
    </a:extraClrScheme>
    <a:extraClrScheme>
      <a:clrScheme name="Pixel 5">
        <a:dk1>
          <a:srgbClr val="822504"/>
        </a:dk1>
        <a:lt1>
          <a:srgbClr val="FFFFFF"/>
        </a:lt1>
        <a:dk2>
          <a:srgbClr val="330000"/>
        </a:dk2>
        <a:lt2>
          <a:srgbClr val="FFFFFF"/>
        </a:lt2>
        <a:accent1>
          <a:srgbClr val="FF9900"/>
        </a:accent1>
        <a:accent2>
          <a:srgbClr val="9E2A06"/>
        </a:accent2>
        <a:accent3>
          <a:srgbClr val="ADAAAA"/>
        </a:accent3>
        <a:accent4>
          <a:srgbClr val="DADADA"/>
        </a:accent4>
        <a:accent5>
          <a:srgbClr val="FFCAAA"/>
        </a:accent5>
        <a:accent6>
          <a:srgbClr val="8F2505"/>
        </a:accent6>
        <a:hlink>
          <a:srgbClr val="FF3300"/>
        </a:hlink>
        <a:folHlink>
          <a:srgbClr val="7C0704"/>
        </a:folHlink>
      </a:clrScheme>
      <a:clrMap bg1="dk2" tx1="lt1" bg2="dk1" tx2="lt2" accent1="accent1" accent2="accent2" accent3="accent3" accent4="accent4" accent5="accent5" accent6="accent6" hlink="hlink" folHlink="folHlink"/>
    </a:extraClrScheme>
    <a:extraClrScheme>
      <a:clrScheme name="Pixel 6">
        <a:dk1>
          <a:srgbClr val="336600"/>
        </a:dk1>
        <a:lt1>
          <a:srgbClr val="FFFFFF"/>
        </a:lt1>
        <a:dk2>
          <a:srgbClr val="4A7911"/>
        </a:dk2>
        <a:lt2>
          <a:srgbClr val="FFFFFF"/>
        </a:lt2>
        <a:accent1>
          <a:srgbClr val="666633"/>
        </a:accent1>
        <a:accent2>
          <a:srgbClr val="669900"/>
        </a:accent2>
        <a:accent3>
          <a:srgbClr val="B1BEAA"/>
        </a:accent3>
        <a:accent4>
          <a:srgbClr val="DADADA"/>
        </a:accent4>
        <a:accent5>
          <a:srgbClr val="B8B8AD"/>
        </a:accent5>
        <a:accent6>
          <a:srgbClr val="5C8A00"/>
        </a:accent6>
        <a:hlink>
          <a:srgbClr val="FFCC00"/>
        </a:hlink>
        <a:folHlink>
          <a:srgbClr val="99CC00"/>
        </a:folHlink>
      </a:clrScheme>
      <a:clrMap bg1="dk2" tx1="lt1" bg2="dk1" tx2="lt2" accent1="accent1" accent2="accent2" accent3="accent3" accent4="accent4" accent5="accent5" accent6="accent6" hlink="hlink" folHlink="folHlink"/>
    </a:extraClrScheme>
    <a:extraClrScheme>
      <a:clrScheme name="Pixel 7">
        <a:dk1>
          <a:srgbClr val="000000"/>
        </a:dk1>
        <a:lt1>
          <a:srgbClr val="FFFFFF"/>
        </a:lt1>
        <a:dk2>
          <a:srgbClr val="000000"/>
        </a:dk2>
        <a:lt2>
          <a:srgbClr val="CC3300"/>
        </a:lt2>
        <a:accent1>
          <a:srgbClr val="FFCC00"/>
        </a:accent1>
        <a:accent2>
          <a:srgbClr val="CC6600"/>
        </a:accent2>
        <a:accent3>
          <a:srgbClr val="FFFFFF"/>
        </a:accent3>
        <a:accent4>
          <a:srgbClr val="000000"/>
        </a:accent4>
        <a:accent5>
          <a:srgbClr val="FFE2AA"/>
        </a:accent5>
        <a:accent6>
          <a:srgbClr val="B95C00"/>
        </a:accent6>
        <a:hlink>
          <a:srgbClr val="663300"/>
        </a:hlink>
        <a:folHlink>
          <a:srgbClr val="CC9900"/>
        </a:folHlink>
      </a:clrScheme>
      <a:clrMap bg1="lt1" tx1="dk1" bg2="lt2" tx2="dk2" accent1="accent1" accent2="accent2" accent3="accent3" accent4="accent4" accent5="accent5" accent6="accent6" hlink="hlink" folHlink="folHlink"/>
    </a:extraClrScheme>
    <a:extraClrScheme>
      <a:clrScheme name="Pixel 8">
        <a:dk1>
          <a:srgbClr val="003300"/>
        </a:dk1>
        <a:lt1>
          <a:srgbClr val="FFFFFF"/>
        </a:lt1>
        <a:dk2>
          <a:srgbClr val="000000"/>
        </a:dk2>
        <a:lt2>
          <a:srgbClr val="336600"/>
        </a:lt2>
        <a:accent1>
          <a:srgbClr val="CCCC00"/>
        </a:accent1>
        <a:accent2>
          <a:srgbClr val="669900"/>
        </a:accent2>
        <a:accent3>
          <a:srgbClr val="FFFFFF"/>
        </a:accent3>
        <a:accent4>
          <a:srgbClr val="002A00"/>
        </a:accent4>
        <a:accent5>
          <a:srgbClr val="E2E2AA"/>
        </a:accent5>
        <a:accent6>
          <a:srgbClr val="5C8A00"/>
        </a:accent6>
        <a:hlink>
          <a:srgbClr val="333300"/>
        </a:hlink>
        <a:folHlink>
          <a:srgbClr val="99CC00"/>
        </a:folHlink>
      </a:clrScheme>
      <a:clrMap bg1="lt1" tx1="dk1" bg2="lt2" tx2="dk2" accent1="accent1" accent2="accent2" accent3="accent3" accent4="accent4" accent5="accent5" accent6="accent6" hlink="hlink" folHlink="folHlink"/>
    </a:extraClrScheme>
    <a:extraClrScheme>
      <a:clrScheme name="Pixel 9">
        <a:dk1>
          <a:srgbClr val="000000"/>
        </a:dk1>
        <a:lt1>
          <a:srgbClr val="FFFFFF"/>
        </a:lt1>
        <a:dk2>
          <a:srgbClr val="000000"/>
        </a:dk2>
        <a:lt2>
          <a:srgbClr val="440044"/>
        </a:lt2>
        <a:accent1>
          <a:srgbClr val="FFCCCC"/>
        </a:accent1>
        <a:accent2>
          <a:srgbClr val="790571"/>
        </a:accent2>
        <a:accent3>
          <a:srgbClr val="FFFFFF"/>
        </a:accent3>
        <a:accent4>
          <a:srgbClr val="000000"/>
        </a:accent4>
        <a:accent5>
          <a:srgbClr val="FFE2E2"/>
        </a:accent5>
        <a:accent6>
          <a:srgbClr val="6D0466"/>
        </a:accent6>
        <a:hlink>
          <a:srgbClr val="993366"/>
        </a:hlink>
        <a:folHlink>
          <a:srgbClr val="9F839F"/>
        </a:folHlink>
      </a:clrScheme>
      <a:clrMap bg1="lt1" tx1="dk1" bg2="lt2" tx2="dk2" accent1="accent1" accent2="accent2" accent3="accent3" accent4="accent4" accent5="accent5" accent6="accent6" hlink="hlink" folHlink="folHlink"/>
    </a:extraClrScheme>
    <a:extraClrScheme>
      <a:clrScheme name="Pixel 10">
        <a:dk1>
          <a:srgbClr val="000000"/>
        </a:dk1>
        <a:lt1>
          <a:srgbClr val="FFFFFF"/>
        </a:lt1>
        <a:dk2>
          <a:srgbClr val="000000"/>
        </a:dk2>
        <a:lt2>
          <a:srgbClr val="FF9900"/>
        </a:lt2>
        <a:accent1>
          <a:srgbClr val="FFCC99"/>
        </a:accent1>
        <a:accent2>
          <a:srgbClr val="FBA313"/>
        </a:accent2>
        <a:accent3>
          <a:srgbClr val="FFFFFF"/>
        </a:accent3>
        <a:accent4>
          <a:srgbClr val="000000"/>
        </a:accent4>
        <a:accent5>
          <a:srgbClr val="FFE2CA"/>
        </a:accent5>
        <a:accent6>
          <a:srgbClr val="E39310"/>
        </a:accent6>
        <a:hlink>
          <a:srgbClr val="CC3300"/>
        </a:hlink>
        <a:folHlink>
          <a:srgbClr val="FCC66E"/>
        </a:folHlink>
      </a:clrScheme>
      <a:clrMap bg1="lt1" tx1="dk1" bg2="lt2" tx2="dk2" accent1="accent1" accent2="accent2" accent3="accent3" accent4="accent4" accent5="accent5" accent6="accent6" hlink="hlink" folHlink="folHlink"/>
    </a:extraClrScheme>
    <a:extraClrScheme>
      <a:clrScheme name="Pixel 11">
        <a:dk1>
          <a:srgbClr val="000000"/>
        </a:dk1>
        <a:lt1>
          <a:srgbClr val="FFFFFF"/>
        </a:lt1>
        <a:dk2>
          <a:srgbClr val="000000"/>
        </a:dk2>
        <a:lt2>
          <a:srgbClr val="779F92"/>
        </a:lt2>
        <a:accent1>
          <a:srgbClr val="33CCCC"/>
        </a:accent1>
        <a:accent2>
          <a:srgbClr val="9DC2D7"/>
        </a:accent2>
        <a:accent3>
          <a:srgbClr val="FFFFFF"/>
        </a:accent3>
        <a:accent4>
          <a:srgbClr val="000000"/>
        </a:accent4>
        <a:accent5>
          <a:srgbClr val="ADE2E2"/>
        </a:accent5>
        <a:accent6>
          <a:srgbClr val="8EB0C3"/>
        </a:accent6>
        <a:hlink>
          <a:srgbClr val="006666"/>
        </a:hlink>
        <a:folHlink>
          <a:srgbClr val="CCCCFF"/>
        </a:folHlink>
      </a:clrScheme>
      <a:clrMap bg1="lt1" tx1="dk1" bg2="lt2" tx2="dk2" accent1="accent1" accent2="accent2" accent3="accent3" accent4="accent4" accent5="accent5" accent6="accent6" hlink="hlink" folHlink="folHlink"/>
    </a:extraClrScheme>
    <a:extraClrScheme>
      <a:clrScheme name="Pixel 12">
        <a:dk1>
          <a:srgbClr val="000000"/>
        </a:dk1>
        <a:lt1>
          <a:srgbClr val="FFFFFF"/>
        </a:lt1>
        <a:dk2>
          <a:srgbClr val="000000"/>
        </a:dk2>
        <a:lt2>
          <a:srgbClr val="00007D"/>
        </a:lt2>
        <a:accent1>
          <a:srgbClr val="9999FF"/>
        </a:accent1>
        <a:accent2>
          <a:srgbClr val="9999CC"/>
        </a:accent2>
        <a:accent3>
          <a:srgbClr val="FFFFFF"/>
        </a:accent3>
        <a:accent4>
          <a:srgbClr val="000000"/>
        </a:accent4>
        <a:accent5>
          <a:srgbClr val="CACAFF"/>
        </a:accent5>
        <a:accent6>
          <a:srgbClr val="8A8AB9"/>
        </a:accent6>
        <a:hlink>
          <a:srgbClr val="666699"/>
        </a:hlink>
        <a:folHlink>
          <a:srgbClr val="CCCCE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Pixel</Template>
  <TotalTime>12262</TotalTime>
  <Words>429</Words>
  <Application>Microsoft Office PowerPoint</Application>
  <PresentationFormat>全屏显示(4:3)</PresentationFormat>
  <Paragraphs>15</Paragraphs>
  <Slides>1</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Arial</vt:lpstr>
      <vt:lpstr>Arial Black</vt:lpstr>
      <vt:lpstr>Times New Roman</vt:lpstr>
      <vt:lpstr>Wingdings</vt:lpstr>
      <vt:lpstr>Pixel</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yinlong you</cp:lastModifiedBy>
  <cp:revision>59</cp:revision>
  <cp:lastPrinted>1601-01-01T00:00:00Z</cp:lastPrinted>
  <dcterms:created xsi:type="dcterms:W3CDTF">2018-01-31T01:35:35Z</dcterms:created>
  <dcterms:modified xsi:type="dcterms:W3CDTF">2026-09-15T12:01:56Z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